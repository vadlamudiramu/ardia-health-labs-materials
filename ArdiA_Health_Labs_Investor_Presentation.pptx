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8E8E8"/>
                </a:solidFill>
              </a:defRPr>
            </a:pPr>
            <a:r>
              <a:t>ArdiA Health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AFD0"/>
                </a:solidFill>
              </a:defRPr>
            </a:pPr>
            <a:r>
              <a:t>FROM ALERTING TO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Ram Vadlamudi | Founder</a:t>
            </a:r>
          </a:p>
          <a:p>
            <a:pPr algn="ctr">
              <a:defRPr sz="1800">
                <a:solidFill>
                  <a:srgbClr val="B3B3B3"/>
                </a:solidFill>
              </a:defRPr>
            </a:pPr>
            <a:r>
              <a:t>ram.vadlamudi@ardiahealthlabs.com | +1(469)679-3334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Chronic diseases cost $4.1 trillion annually in the US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80% of healthcare costs come from 20% of patients with chronic conditions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Current remote monitoring systems alert but don't solve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Providers are overwhelmed with data but lack actionable insights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Patients experience fragmented, reactive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$50B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Remote Patient Monitoring Market by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133M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Americans with Chronic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CAGR in Digital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$4.1T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Annual Chronic Disease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Our Solution: Clinical Reasoning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AI-powered platform that goes beyond alerting to SOLVING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Integrates patient data, environmental factors, and clinical patterns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Predicts exacerbations 72+ hours before symptoms appear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Delivers personalized, actionable interventions to patients and providers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Seamless EHR integration with existing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COLLECT: Continuous monitoring of vitals, symptoms, and environmental data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ANALYZE: AI correlates patterns with historical episodes and clinical guidelines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PREDICT: Risk scoring identifies patients heading toward acute episodes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INTERVENE: Automated, personalized recommendations to patients and provider alerts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LEARN: System continuously improves based on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Technology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Multi-modal data integration (wearables, EHR, environmental, voice biomarkers)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Advanced reasoning engine with clinical knowledge graphs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Real-time risk stratification and prediction models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Natural language patient communication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HIPAA-compliant cloud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Value for Every Stakeholder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4114800" cy="5029200"/>
          </a:xfrm>
          <a:prstGeom prst="roundRect">
            <a:avLst/>
          </a:prstGeom>
          <a:solidFill>
            <a:srgbClr val="1E1E1E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E8E8"/>
                </a:solidFill>
              </a:defRPr>
            </a:pPr>
            <a:r>
              <a:t>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Better outcomes, fewer ER visits, and personalized 24/7 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828800"/>
            <a:ext cx="4114800" cy="5029200"/>
          </a:xfrm>
          <a:prstGeom prst="roundRect">
            <a:avLst/>
          </a:prstGeom>
          <a:solidFill>
            <a:srgbClr val="1E1E1E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E8E8"/>
                </a:solidFill>
              </a:defRPr>
            </a:pPr>
            <a:r>
              <a:t>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00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Clinical efficiency, reduced burnout, and new revenue streams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828800"/>
            <a:ext cx="4114800" cy="5029200"/>
          </a:xfrm>
          <a:prstGeom prst="roundRect">
            <a:avLst/>
          </a:prstGeom>
          <a:solidFill>
            <a:srgbClr val="1E1E1E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E8E8"/>
                </a:solidFill>
              </a:defRPr>
            </a:pPr>
            <a:r>
              <a:t>Payers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200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Significant cost savings, risk stratification, and quality improvements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Patient Value: Better Health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-74%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ER Visit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Hospitalizations in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Patient Engagement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4.8/5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Patient Satisfaction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Provider Value: Efficiency &amp;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-68%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Reduced Admin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4.2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Saved Per Week/Provider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$22K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Projected Annual Revenue/Clinic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Alert Acceptance 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Provider Testimonials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"The Clinical Reasoning Engine doesn't just alert me—it tells me WHY. This is the future of proactive care." — Dr. Sarah Mitchell, MD, Pulmonology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"Dorothy's fluid status is now managed proactively. The engine caught a problem 3 days before she would have shown up in my ER." — Dr. James Rodriguez, MD, FASN, Nephrology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Payer Value: Financial Impact (per 1,000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$8.1M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Total Annual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ER Cost Avoidance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$4.8M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Hospitalization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$890K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Medication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Payer Value: Quality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94%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Prediction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72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Early Detection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+18%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Asthma Med Ratio (HEDIS)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4→5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Star Rating Potential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Pilot Program Results (90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Active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Partner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$29,790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Cost Savings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47:1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ROI Ratio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B2B2C SaaS model with multiple revenue streams: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• Clinic Subscription: $500-2,000/month per practice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• Per Patient Fee: $50-150/month for chronic care management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• Payer Contracts: Risk-based, PMPM, or value-based arrangements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• CCM/RTM Billing Support: Enable practices to capture Medicare revenue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Q1 2025: Expand pilot to 10 clinics, 50 patients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Q2 2025: Launch payer partnership pilots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Q3 2025: Series A funding, expand to 3 chronic conditions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Q4 2025: 100 clinic partnerships</a:t>
            </a:r>
          </a:p>
          <a:p>
            <a:pPr>
              <a:spcAft>
                <a:spcPts val="1600"/>
              </a:spcAft>
              <a:defRPr sz="2400">
                <a:solidFill>
                  <a:srgbClr val="E8E8E8"/>
                </a:solidFill>
              </a:defRPr>
            </a:pPr>
            <a:r>
              <a:t>• 2026: National expansion, 5 chronic conditions, payer integrations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325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8E8E8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Clinic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9900" y="2286000"/>
            <a:ext cx="28575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BAFD0"/>
                </a:solidFill>
              </a:defRPr>
            </a:pPr>
            <a:r>
              <a:t>$50K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9900" y="3383280"/>
            <a:ext cx="2857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Monthly Revenue Target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8E8E8"/>
                </a:solidFill>
              </a:defRPr>
            </a:pPr>
            <a:r>
              <a:t>Invest in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BAFD0"/>
                </a:solidFill>
              </a:defRPr>
            </a:pPr>
            <a:r>
              <a:t>"Let's solve healthcare together"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3B3B3"/>
                </a:solidFill>
              </a:defRPr>
            </a:pPr>
            <a:r>
              <a:t>Ram Vadlamudi, Founder</a:t>
            </a:r>
          </a:p>
          <a:p>
            <a:pPr algn="ctr">
              <a:defRPr sz="1800">
                <a:solidFill>
                  <a:srgbClr val="B3B3B3"/>
                </a:solidFill>
              </a:defRPr>
            </a:pPr>
            <a:r>
              <a:t>ram.vadlamudi@ardiahealthlabs.com</a:t>
            </a:r>
          </a:p>
          <a:p>
            <a:pPr algn="ctr">
              <a:defRPr sz="1800">
                <a:solidFill>
                  <a:srgbClr val="B3B3B3"/>
                </a:solidFill>
              </a:defRPr>
            </a:pPr>
            <a:r>
              <a:t>+1 (469) 679-3334</a:t>
            </a:r>
          </a:p>
          <a:p>
            <a:pPr algn="ctr">
              <a:defRPr sz="1800">
                <a:solidFill>
                  <a:srgbClr val="B3B3B3"/>
                </a:solidFill>
              </a:defRPr>
            </a:pPr>
            <a:r>
              <a:t>ardiahealthlabs.com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