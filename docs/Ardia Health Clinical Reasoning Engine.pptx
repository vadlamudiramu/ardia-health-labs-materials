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3dfa8a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b3dfa8a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3dfa8a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3dfa8a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3dfa8af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3dfa8af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3dfa8a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3dfa8a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b3dfa8af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b3dfa8a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3dfa8af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b3dfa8af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3dfa8a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b3dfa8a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b3dfa8af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b3dfa8af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3dfa8af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3dfa8af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3dfa8af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b3dfa8af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3dfa8af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3dfa8af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b3dfa8a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b3dfa8a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b3dfa8af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b3dfa8af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3dfa8af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b3dfa8af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b3dfa8af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b3dfa8af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b3dfa8af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b3dfa8a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b3dfa8af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b3dfa8af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428625" y="1331516"/>
            <a:ext cx="4857750" cy="918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857250" y="2428875"/>
            <a:ext cx="4000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85750" y="171649"/>
            <a:ext cx="5143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85750" y="1000125"/>
            <a:ext cx="5143500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1446" y="2754313"/>
            <a:ext cx="4857750" cy="85129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1" sz="2500" cap="none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51446" y="1816696"/>
            <a:ext cx="4857750" cy="937617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85750" y="171649"/>
            <a:ext cx="5143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85750" y="1000125"/>
            <a:ext cx="2524125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905125" y="1000125"/>
            <a:ext cx="2524125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85750" y="171649"/>
            <a:ext cx="5143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85750" y="959446"/>
            <a:ext cx="2525118" cy="399851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85750" y="1359297"/>
            <a:ext cx="2525118" cy="2469555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903141" y="959446"/>
            <a:ext cx="2526109" cy="399851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903141" y="1359297"/>
            <a:ext cx="2526109" cy="2469555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85750" y="171649"/>
            <a:ext cx="5143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85750" y="170656"/>
            <a:ext cx="1880196" cy="726281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234406" y="170656"/>
            <a:ext cx="3194844" cy="3658196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85750" y="896938"/>
            <a:ext cx="1880196" cy="2931914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120180" y="3000375"/>
            <a:ext cx="3429000" cy="354211"/>
          </a:xfrm>
          <a:prstGeom prst="rect">
            <a:avLst/>
          </a:prstGeom>
          <a:noFill/>
          <a:ln>
            <a:noFill/>
          </a:ln>
        </p:spPr>
        <p:txBody>
          <a:bodyPr anchorCtr="0" anchor="b" bIns="28575" lIns="57150" spcFirstLastPara="1" rIns="57150" wrap="square" tIns="285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120180" y="382984"/>
            <a:ext cx="3429000" cy="257175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120180" y="3354586"/>
            <a:ext cx="3429000" cy="503039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85750" y="171649"/>
            <a:ext cx="5143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443137" y="-157262"/>
            <a:ext cx="2828727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957711" y="1357313"/>
            <a:ext cx="3657203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38336" y="119063"/>
            <a:ext cx="3657203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5750" y="171649"/>
            <a:ext cx="5143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5750" y="1000125"/>
            <a:ext cx="5143500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norm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8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952625" y="3972719"/>
            <a:ext cx="180975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095750" y="3972719"/>
            <a:ext cx="13335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75" lIns="57150" spcFirstLastPara="1" rIns="57150" wrap="square" tIns="285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company name to Ardia Health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solidFill>
            <a:srgbClr val="12121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9" name="Google Shape;1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94" name="Google Shape;1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 think i said change 3 to 5 in q3 2026 and 5 to 10+ in 2027 and beautify it" id="199" name="Google Shape;1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4" name="Google Shape;2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9" name="Google Shape;2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